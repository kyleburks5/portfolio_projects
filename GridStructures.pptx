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32" r:id="rId3"/>
    <p:sldId id="428" r:id="rId4"/>
    <p:sldId id="433" r:id="rId5"/>
    <p:sldId id="429" r:id="rId6"/>
    <p:sldId id="430" r:id="rId7"/>
    <p:sldId id="434" r:id="rId8"/>
    <p:sldId id="436" r:id="rId9"/>
    <p:sldId id="435" r:id="rId10"/>
    <p:sldId id="4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51103-7C76-4F71-82CB-4BCD28DF878C}" v="2" dt="2025-07-03T11:38:16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96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C355-AF4F-3860-970C-E6D958202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DE8C3-C291-68A4-9975-4872DDAE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2435-4B55-FF54-B9AE-A4A2218D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84066-2D37-4C7B-DC26-83536E34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08AD-02F9-2E4D-2F17-0222196F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36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6FEA-0920-8013-5E71-0516CD8E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9DD9-B98F-2E34-3832-B17198CD8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BE615-71B4-E146-D75F-EAA6B95A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E591-EF49-4B08-5A39-404B91EA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D3611-A886-EB5B-C53D-2111059E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6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2EE7-F933-6009-1F89-8B12C23C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826F-4E5F-B852-60A6-CAB228F9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FB87C-72C9-68C6-A9FE-3B4FF542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0D2E-DEBF-97E7-27FA-FE85E7B4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092A-6EAE-CFCC-AC1E-B0307B2E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78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B28F-6E09-639A-CFFF-96A0C4CA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1E99-2EE5-19A5-4687-37AB4C0AA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CBCDC-A830-1CC0-A69A-F1CD352F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DA252-2E1F-DB7C-AD9F-1D21CEB3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0C231-2394-C909-245B-FCD02137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32281-C036-34D9-6302-1D39E78B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4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4951-7CC9-87E3-9FE8-9E409777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3B29D-53A4-963B-4E81-260AE610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B3B6B-88B2-333A-1A44-913651A45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EACB0-39E5-295B-F7EE-A89155810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CD8C5-A43A-AC26-BC48-13A9C9002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3547D-DB0A-0CDA-708C-B39491A2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E6101-660E-8752-6F5F-E133D6B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14A55-59C2-D9C8-3BD6-FFF66FFC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1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DA1C-8995-118B-CDB6-D151F98BD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4D977-B45D-A41F-C5EE-83BF214F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A293C-2640-F574-3A4A-255CF799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61B52-D712-6BAB-F92D-41CD20DF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73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B9934-B126-8EC2-407F-E58F1CA9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63726-B651-47B4-131E-4AB51410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B28A8-A65D-7FAF-43F8-B35FA5F0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70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B3FB-3140-EE8F-7AD0-9042C9A2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49A6-E17F-0AEB-E6A5-847503574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5340E-26B2-8194-7052-9056D2112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A9687-1EC8-76DB-B335-848FDF87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5FAA7-90B7-412F-80F4-5AA9847C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9EBF4-660B-C517-85F5-6A6CA6C4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8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FAF0-4035-70B6-12B5-0C81F68A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6ABFA-0426-C614-F8F6-42CDC7C64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4A1DF-CAA8-97F6-7565-0739A2AB8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5ED88-0B21-D928-F76F-BF6F1665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02092-6F7A-39ED-C9DC-C4E40762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FAF65-FE1B-F72D-90A4-4F318038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90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3942-7B2E-F30F-DD9D-2ACFE60A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73624-B34E-EECB-88C7-CEC56C71B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90B71-0810-E9C1-8349-321A9AAB0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0727-C51F-89B3-B5F6-D2CF20A0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C03F0-BD0D-89AC-80D4-2977EB49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4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0C957-A86E-43BE-90F3-C32299B20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A8849-571D-ACAF-19F6-438941829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2A2A-D36B-4826-4890-29E4073E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0A5B2-C2DF-81BF-7E8E-AF0FA90A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C91E8-59E8-2718-1F83-609B8F42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89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02F8B-C947-C81A-335C-00AD5F84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76E82-4487-B432-82B7-36F505861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ECCD4-A0D1-313E-0040-3652A4271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EA8FE-4135-4067-BFE7-75FA827ECDEA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98A61-BEA1-E9A4-7B14-981889998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43E7-5477-8AAE-D6B0-C1ECFA931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A923B-6EBF-4A82-AC95-2E347EE63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04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2DDFED-E79E-1A9A-D5A4-EE584C68A2DD}"/>
              </a:ext>
            </a:extLst>
          </p:cNvPr>
          <p:cNvSpPr/>
          <p:nvPr/>
        </p:nvSpPr>
        <p:spPr>
          <a:xfrm>
            <a:off x="1013291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B5186F-C8DF-3B68-3BF2-76862C92F105}"/>
              </a:ext>
            </a:extLst>
          </p:cNvPr>
          <p:cNvSpPr/>
          <p:nvPr/>
        </p:nvSpPr>
        <p:spPr>
          <a:xfrm>
            <a:off x="2026582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B3F7BF-7CD1-4E3E-59AB-1D74B069E94B}"/>
              </a:ext>
            </a:extLst>
          </p:cNvPr>
          <p:cNvSpPr/>
          <p:nvPr/>
        </p:nvSpPr>
        <p:spPr>
          <a:xfrm>
            <a:off x="406156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FFEB6-D271-7D61-6A6E-683E90D74581}"/>
              </a:ext>
            </a:extLst>
          </p:cNvPr>
          <p:cNvSpPr/>
          <p:nvPr/>
        </p:nvSpPr>
        <p:spPr>
          <a:xfrm>
            <a:off x="609342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5481F1-E4D4-9D2D-686D-A113371C3650}"/>
              </a:ext>
            </a:extLst>
          </p:cNvPr>
          <p:cNvSpPr/>
          <p:nvPr/>
        </p:nvSpPr>
        <p:spPr>
          <a:xfrm>
            <a:off x="7108936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AF0A67-C6F8-C0E6-D7D6-1F8FC9BCC41D}"/>
              </a:ext>
            </a:extLst>
          </p:cNvPr>
          <p:cNvSpPr/>
          <p:nvPr/>
        </p:nvSpPr>
        <p:spPr>
          <a:xfrm>
            <a:off x="8120005" y="0"/>
            <a:ext cx="1013291" cy="6857999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76F33-7E4F-8E69-78C3-9C6FB9F3D92A}"/>
              </a:ext>
            </a:extLst>
          </p:cNvPr>
          <p:cNvSpPr/>
          <p:nvPr/>
        </p:nvSpPr>
        <p:spPr>
          <a:xfrm>
            <a:off x="9135324" y="0"/>
            <a:ext cx="1013291" cy="6857999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025598-1C3B-67ED-C836-5E8E25037E12}"/>
              </a:ext>
            </a:extLst>
          </p:cNvPr>
          <p:cNvSpPr/>
          <p:nvPr/>
        </p:nvSpPr>
        <p:spPr>
          <a:xfrm>
            <a:off x="3048275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8BF8E6-FEE5-6066-79CD-98B75FC7187A}"/>
              </a:ext>
            </a:extLst>
          </p:cNvPr>
          <p:cNvSpPr/>
          <p:nvPr/>
        </p:nvSpPr>
        <p:spPr>
          <a:xfrm>
            <a:off x="5073472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8110C7-90E1-28E5-47A4-22FF70623F3F}"/>
              </a:ext>
            </a:extLst>
          </p:cNvPr>
          <p:cNvSpPr/>
          <p:nvPr/>
        </p:nvSpPr>
        <p:spPr>
          <a:xfrm>
            <a:off x="10157017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37A289-5E22-4E07-7ACA-BDF5E2FFAC3D}"/>
              </a:ext>
            </a:extLst>
          </p:cNvPr>
          <p:cNvSpPr/>
          <p:nvPr/>
        </p:nvSpPr>
        <p:spPr>
          <a:xfrm>
            <a:off x="11178709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D6ECB4-C062-377F-49CD-34FE1283A1CF}"/>
              </a:ext>
            </a:extLst>
          </p:cNvPr>
          <p:cNvSpPr/>
          <p:nvPr/>
        </p:nvSpPr>
        <p:spPr>
          <a:xfrm>
            <a:off x="26266" y="-2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70D91-444B-9D2D-22E4-649908566960}"/>
              </a:ext>
            </a:extLst>
          </p:cNvPr>
          <p:cNvSpPr/>
          <p:nvPr/>
        </p:nvSpPr>
        <p:spPr>
          <a:xfrm>
            <a:off x="26266" y="4286384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0C812F-4D33-3957-6B88-79F6DB3AB913}"/>
              </a:ext>
            </a:extLst>
          </p:cNvPr>
          <p:cNvSpPr/>
          <p:nvPr/>
        </p:nvSpPr>
        <p:spPr>
          <a:xfrm>
            <a:off x="26266" y="171477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7F406F-11C0-0328-CE6C-50081B707C79}"/>
              </a:ext>
            </a:extLst>
          </p:cNvPr>
          <p:cNvSpPr/>
          <p:nvPr/>
        </p:nvSpPr>
        <p:spPr>
          <a:xfrm>
            <a:off x="26266" y="2572157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C2AB8A-B371-DBD4-F922-70CC34E93F60}"/>
              </a:ext>
            </a:extLst>
          </p:cNvPr>
          <p:cNvSpPr/>
          <p:nvPr/>
        </p:nvSpPr>
        <p:spPr>
          <a:xfrm>
            <a:off x="26266" y="3431718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4183E1-4D69-49C1-F199-9BE91293A566}"/>
              </a:ext>
            </a:extLst>
          </p:cNvPr>
          <p:cNvSpPr/>
          <p:nvPr/>
        </p:nvSpPr>
        <p:spPr>
          <a:xfrm>
            <a:off x="38371" y="858613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BF5A8-D7B2-6C07-C83C-BA5D9DD996AF}"/>
              </a:ext>
            </a:extLst>
          </p:cNvPr>
          <p:cNvSpPr/>
          <p:nvPr/>
        </p:nvSpPr>
        <p:spPr>
          <a:xfrm>
            <a:off x="26266" y="5148395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482993-6606-2F1F-7911-7DB9DA5C9238}"/>
              </a:ext>
            </a:extLst>
          </p:cNvPr>
          <p:cNvSpPr/>
          <p:nvPr/>
        </p:nvSpPr>
        <p:spPr>
          <a:xfrm>
            <a:off x="26266" y="600061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9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A283-78C9-BFCF-F73A-4FBEA06F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AE5465-DE49-0CE5-18AE-734B980E50DC}"/>
              </a:ext>
            </a:extLst>
          </p:cNvPr>
          <p:cNvSpPr/>
          <p:nvPr/>
        </p:nvSpPr>
        <p:spPr>
          <a:xfrm>
            <a:off x="0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51DBB4-36E3-2394-9EBB-216C8F4DBAC2}"/>
              </a:ext>
            </a:extLst>
          </p:cNvPr>
          <p:cNvSpPr/>
          <p:nvPr/>
        </p:nvSpPr>
        <p:spPr>
          <a:xfrm>
            <a:off x="1013291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C8922-F743-7629-3C42-F69242AE1E9C}"/>
              </a:ext>
            </a:extLst>
          </p:cNvPr>
          <p:cNvSpPr/>
          <p:nvPr/>
        </p:nvSpPr>
        <p:spPr>
          <a:xfrm>
            <a:off x="2026582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4C436B-1B39-9281-170F-18653DF24FF5}"/>
              </a:ext>
            </a:extLst>
          </p:cNvPr>
          <p:cNvSpPr/>
          <p:nvPr/>
        </p:nvSpPr>
        <p:spPr>
          <a:xfrm>
            <a:off x="406156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697B6-7553-44C4-6734-0AEECA672974}"/>
              </a:ext>
            </a:extLst>
          </p:cNvPr>
          <p:cNvSpPr/>
          <p:nvPr/>
        </p:nvSpPr>
        <p:spPr>
          <a:xfrm>
            <a:off x="609342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B07E74-4E68-C82D-FF0C-4C89EA2333F0}"/>
              </a:ext>
            </a:extLst>
          </p:cNvPr>
          <p:cNvSpPr/>
          <p:nvPr/>
        </p:nvSpPr>
        <p:spPr>
          <a:xfrm>
            <a:off x="7108936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22677F-CE40-04F7-12AE-7BFBC9B897DD}"/>
              </a:ext>
            </a:extLst>
          </p:cNvPr>
          <p:cNvSpPr/>
          <p:nvPr/>
        </p:nvSpPr>
        <p:spPr>
          <a:xfrm>
            <a:off x="8120005" y="0"/>
            <a:ext cx="1013291" cy="6857999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1AA076-D3CE-E0BB-E8CF-D22212D543A2}"/>
              </a:ext>
            </a:extLst>
          </p:cNvPr>
          <p:cNvSpPr/>
          <p:nvPr/>
        </p:nvSpPr>
        <p:spPr>
          <a:xfrm>
            <a:off x="9135324" y="0"/>
            <a:ext cx="1013291" cy="6857999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96A88D-909D-7860-1341-190BAD3400D1}"/>
              </a:ext>
            </a:extLst>
          </p:cNvPr>
          <p:cNvSpPr/>
          <p:nvPr/>
        </p:nvSpPr>
        <p:spPr>
          <a:xfrm>
            <a:off x="3048275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B35B71-2FE1-B85A-8B89-F6D539115F1C}"/>
              </a:ext>
            </a:extLst>
          </p:cNvPr>
          <p:cNvSpPr/>
          <p:nvPr/>
        </p:nvSpPr>
        <p:spPr>
          <a:xfrm>
            <a:off x="5073472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79DE9-C0B3-6C00-95DB-A7536B542B8D}"/>
              </a:ext>
            </a:extLst>
          </p:cNvPr>
          <p:cNvSpPr/>
          <p:nvPr/>
        </p:nvSpPr>
        <p:spPr>
          <a:xfrm>
            <a:off x="10157017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173DA2-194E-422A-D1B3-784BD15B893B}"/>
              </a:ext>
            </a:extLst>
          </p:cNvPr>
          <p:cNvSpPr/>
          <p:nvPr/>
        </p:nvSpPr>
        <p:spPr>
          <a:xfrm>
            <a:off x="11178709" y="-1"/>
            <a:ext cx="1013291" cy="6858000"/>
          </a:xfrm>
          <a:prstGeom prst="rect">
            <a:avLst/>
          </a:prstGeom>
          <a:solidFill>
            <a:schemeClr val="bg1"/>
          </a:solidFill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51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7DEC-A6DB-DD2C-8470-3E00FD85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2CD946-E259-E3B6-3F11-13A92C0B60ED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AE236E-2368-5985-BF64-BDCC05B8A69B}"/>
              </a:ext>
            </a:extLst>
          </p:cNvPr>
          <p:cNvSpPr/>
          <p:nvPr/>
        </p:nvSpPr>
        <p:spPr>
          <a:xfrm>
            <a:off x="0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BAC883-AEBC-6938-9ECF-527C5C016EAF}"/>
              </a:ext>
            </a:extLst>
          </p:cNvPr>
          <p:cNvSpPr/>
          <p:nvPr/>
        </p:nvSpPr>
        <p:spPr>
          <a:xfrm>
            <a:off x="1013291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270239-BDE5-C245-7057-97C49FD8CB82}"/>
              </a:ext>
            </a:extLst>
          </p:cNvPr>
          <p:cNvSpPr/>
          <p:nvPr/>
        </p:nvSpPr>
        <p:spPr>
          <a:xfrm>
            <a:off x="202658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8B0BC-F0F8-543E-10A9-C4E55B8DA0A2}"/>
              </a:ext>
            </a:extLst>
          </p:cNvPr>
          <p:cNvSpPr/>
          <p:nvPr/>
        </p:nvSpPr>
        <p:spPr>
          <a:xfrm>
            <a:off x="406156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8AA534-D6DC-5F50-B091-AC106691D2B6}"/>
              </a:ext>
            </a:extLst>
          </p:cNvPr>
          <p:cNvSpPr/>
          <p:nvPr/>
        </p:nvSpPr>
        <p:spPr>
          <a:xfrm>
            <a:off x="609342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CDE625-D53F-B033-B0D9-F044CDB8389F}"/>
              </a:ext>
            </a:extLst>
          </p:cNvPr>
          <p:cNvSpPr/>
          <p:nvPr/>
        </p:nvSpPr>
        <p:spPr>
          <a:xfrm>
            <a:off x="710893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C3D82-ECE4-4309-2927-EED9250A7CF9}"/>
              </a:ext>
            </a:extLst>
          </p:cNvPr>
          <p:cNvSpPr/>
          <p:nvPr/>
        </p:nvSpPr>
        <p:spPr>
          <a:xfrm>
            <a:off x="8120005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E894C-2D03-99E6-0378-32DC501444A6}"/>
              </a:ext>
            </a:extLst>
          </p:cNvPr>
          <p:cNvSpPr/>
          <p:nvPr/>
        </p:nvSpPr>
        <p:spPr>
          <a:xfrm>
            <a:off x="9135324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81D820-090D-0EA9-1CC3-3DC3D70E7E75}"/>
              </a:ext>
            </a:extLst>
          </p:cNvPr>
          <p:cNvSpPr/>
          <p:nvPr/>
        </p:nvSpPr>
        <p:spPr>
          <a:xfrm>
            <a:off x="3048275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F5F2B1-E5A6-5C8A-8E9C-5C2A5FA29250}"/>
              </a:ext>
            </a:extLst>
          </p:cNvPr>
          <p:cNvSpPr/>
          <p:nvPr/>
        </p:nvSpPr>
        <p:spPr>
          <a:xfrm>
            <a:off x="507347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4947B8-B9A5-01C4-AEAE-146EA59F4B83}"/>
              </a:ext>
            </a:extLst>
          </p:cNvPr>
          <p:cNvSpPr/>
          <p:nvPr/>
        </p:nvSpPr>
        <p:spPr>
          <a:xfrm>
            <a:off x="10157017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97193D-6D60-B233-5D8A-C5079CB7229F}"/>
              </a:ext>
            </a:extLst>
          </p:cNvPr>
          <p:cNvSpPr/>
          <p:nvPr/>
        </p:nvSpPr>
        <p:spPr>
          <a:xfrm>
            <a:off x="11178709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D14D19-CEF4-E38F-D4EB-89287C1D2B17}"/>
              </a:ext>
            </a:extLst>
          </p:cNvPr>
          <p:cNvSpPr/>
          <p:nvPr/>
        </p:nvSpPr>
        <p:spPr>
          <a:xfrm>
            <a:off x="26266" y="-2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427C70-1EBD-717C-5766-C0234E89A9C7}"/>
              </a:ext>
            </a:extLst>
          </p:cNvPr>
          <p:cNvSpPr/>
          <p:nvPr/>
        </p:nvSpPr>
        <p:spPr>
          <a:xfrm>
            <a:off x="26266" y="4286384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6D020E-19E5-E298-EB56-F6085C25567B}"/>
              </a:ext>
            </a:extLst>
          </p:cNvPr>
          <p:cNvSpPr/>
          <p:nvPr/>
        </p:nvSpPr>
        <p:spPr>
          <a:xfrm>
            <a:off x="26266" y="171477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E417C1-AA1D-9818-5934-75FAB47BA9BB}"/>
              </a:ext>
            </a:extLst>
          </p:cNvPr>
          <p:cNvSpPr/>
          <p:nvPr/>
        </p:nvSpPr>
        <p:spPr>
          <a:xfrm>
            <a:off x="26266" y="2572157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0050E4-CD37-DAFE-89FB-27EDBF943828}"/>
              </a:ext>
            </a:extLst>
          </p:cNvPr>
          <p:cNvSpPr/>
          <p:nvPr/>
        </p:nvSpPr>
        <p:spPr>
          <a:xfrm>
            <a:off x="26266" y="3431718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CCDA40-67DC-3F95-3A19-AF31CCD830B8}"/>
              </a:ext>
            </a:extLst>
          </p:cNvPr>
          <p:cNvSpPr/>
          <p:nvPr/>
        </p:nvSpPr>
        <p:spPr>
          <a:xfrm>
            <a:off x="38371" y="858613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D69F3E-E481-3045-14D7-6A9AFE0B9BFA}"/>
              </a:ext>
            </a:extLst>
          </p:cNvPr>
          <p:cNvSpPr/>
          <p:nvPr/>
        </p:nvSpPr>
        <p:spPr>
          <a:xfrm>
            <a:off x="26266" y="5148395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ED2B04-1BC0-CEA5-6A3C-2A2CC7F1EDD2}"/>
              </a:ext>
            </a:extLst>
          </p:cNvPr>
          <p:cNvSpPr/>
          <p:nvPr/>
        </p:nvSpPr>
        <p:spPr>
          <a:xfrm>
            <a:off x="26266" y="600061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7FFF-AEE3-CECF-28B3-79608FD9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5A389E-3A48-4AB2-46F2-760792C8886C}"/>
              </a:ext>
            </a:extLst>
          </p:cNvPr>
          <p:cNvSpPr/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FC226-D66D-7377-D17A-292281357EF7}"/>
              </a:ext>
            </a:extLst>
          </p:cNvPr>
          <p:cNvSpPr/>
          <p:nvPr/>
        </p:nvSpPr>
        <p:spPr>
          <a:xfrm>
            <a:off x="0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CB693-150C-73B2-5B23-6AA82D9C19E3}"/>
              </a:ext>
            </a:extLst>
          </p:cNvPr>
          <p:cNvSpPr/>
          <p:nvPr/>
        </p:nvSpPr>
        <p:spPr>
          <a:xfrm>
            <a:off x="1013291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AF9B2-BC73-C795-E03E-23A37E966B8D}"/>
              </a:ext>
            </a:extLst>
          </p:cNvPr>
          <p:cNvSpPr/>
          <p:nvPr/>
        </p:nvSpPr>
        <p:spPr>
          <a:xfrm>
            <a:off x="202658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B6AAD9-A719-869E-C6B2-37B09EE84D00}"/>
              </a:ext>
            </a:extLst>
          </p:cNvPr>
          <p:cNvSpPr/>
          <p:nvPr/>
        </p:nvSpPr>
        <p:spPr>
          <a:xfrm>
            <a:off x="406156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2DBCEF-3ADB-0734-49F2-E1A4492B0BF4}"/>
              </a:ext>
            </a:extLst>
          </p:cNvPr>
          <p:cNvSpPr/>
          <p:nvPr/>
        </p:nvSpPr>
        <p:spPr>
          <a:xfrm>
            <a:off x="609342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40CA63-8B9B-6709-674D-EC4D4531C271}"/>
              </a:ext>
            </a:extLst>
          </p:cNvPr>
          <p:cNvSpPr/>
          <p:nvPr/>
        </p:nvSpPr>
        <p:spPr>
          <a:xfrm>
            <a:off x="710893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2DDBE8-0F57-2592-3127-5255281F860D}"/>
              </a:ext>
            </a:extLst>
          </p:cNvPr>
          <p:cNvSpPr/>
          <p:nvPr/>
        </p:nvSpPr>
        <p:spPr>
          <a:xfrm>
            <a:off x="8120005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AC3C96-57CE-D9A8-E12E-82C71A4951AC}"/>
              </a:ext>
            </a:extLst>
          </p:cNvPr>
          <p:cNvSpPr/>
          <p:nvPr/>
        </p:nvSpPr>
        <p:spPr>
          <a:xfrm>
            <a:off x="9135324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720788-B746-64A4-5ED2-89A68604C45D}"/>
              </a:ext>
            </a:extLst>
          </p:cNvPr>
          <p:cNvSpPr/>
          <p:nvPr/>
        </p:nvSpPr>
        <p:spPr>
          <a:xfrm>
            <a:off x="3048275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AEAED3-0F9A-9364-C436-1BC85DAD6557}"/>
              </a:ext>
            </a:extLst>
          </p:cNvPr>
          <p:cNvSpPr/>
          <p:nvPr/>
        </p:nvSpPr>
        <p:spPr>
          <a:xfrm>
            <a:off x="507347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2DB563-E74F-2E54-27DC-7351388E20F0}"/>
              </a:ext>
            </a:extLst>
          </p:cNvPr>
          <p:cNvSpPr/>
          <p:nvPr/>
        </p:nvSpPr>
        <p:spPr>
          <a:xfrm>
            <a:off x="10157017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2E780-4EA2-2BC8-AD2A-E44CBEB5BE9C}"/>
              </a:ext>
            </a:extLst>
          </p:cNvPr>
          <p:cNvSpPr/>
          <p:nvPr/>
        </p:nvSpPr>
        <p:spPr>
          <a:xfrm>
            <a:off x="11178709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30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E0C6-157F-8448-C06D-58DDA5BD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DDF495-19D0-E4D2-703D-E3BFF8BDB4F0}"/>
              </a:ext>
            </a:extLst>
          </p:cNvPr>
          <p:cNvSpPr/>
          <p:nvPr/>
        </p:nvSpPr>
        <p:spPr>
          <a:xfrm>
            <a:off x="0" y="0"/>
            <a:ext cx="12192000" cy="13309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5912BE-D12C-7EB4-30D9-FCDB6E5B9D5B}"/>
              </a:ext>
            </a:extLst>
          </p:cNvPr>
          <p:cNvSpPr/>
          <p:nvPr/>
        </p:nvSpPr>
        <p:spPr>
          <a:xfrm>
            <a:off x="0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578E9-7A4A-9303-2B08-4B3CB51B9F80}"/>
              </a:ext>
            </a:extLst>
          </p:cNvPr>
          <p:cNvSpPr/>
          <p:nvPr/>
        </p:nvSpPr>
        <p:spPr>
          <a:xfrm>
            <a:off x="1013291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A57F12-F660-C417-1ADD-ABA9D33AD981}"/>
              </a:ext>
            </a:extLst>
          </p:cNvPr>
          <p:cNvSpPr/>
          <p:nvPr/>
        </p:nvSpPr>
        <p:spPr>
          <a:xfrm>
            <a:off x="202658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34B8A-45CC-4BD9-92F9-2CBDBAF94868}"/>
              </a:ext>
            </a:extLst>
          </p:cNvPr>
          <p:cNvSpPr/>
          <p:nvPr/>
        </p:nvSpPr>
        <p:spPr>
          <a:xfrm>
            <a:off x="406156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050BE-5519-47C0-B3EA-59AD58E2DE27}"/>
              </a:ext>
            </a:extLst>
          </p:cNvPr>
          <p:cNvSpPr/>
          <p:nvPr/>
        </p:nvSpPr>
        <p:spPr>
          <a:xfrm>
            <a:off x="609342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FE9146-0861-04F0-6775-7050C7CCBA15}"/>
              </a:ext>
            </a:extLst>
          </p:cNvPr>
          <p:cNvSpPr/>
          <p:nvPr/>
        </p:nvSpPr>
        <p:spPr>
          <a:xfrm>
            <a:off x="7108936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FB51E4-134C-30EB-979E-9F60A073C463}"/>
              </a:ext>
            </a:extLst>
          </p:cNvPr>
          <p:cNvSpPr/>
          <p:nvPr/>
        </p:nvSpPr>
        <p:spPr>
          <a:xfrm>
            <a:off x="8120005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8FBAE-59FE-2281-58B0-9F6259DBD981}"/>
              </a:ext>
            </a:extLst>
          </p:cNvPr>
          <p:cNvSpPr/>
          <p:nvPr/>
        </p:nvSpPr>
        <p:spPr>
          <a:xfrm>
            <a:off x="9135324" y="0"/>
            <a:ext cx="1013291" cy="6857999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7C663E-8C25-6F48-F6BE-7C4F2613DFB0}"/>
              </a:ext>
            </a:extLst>
          </p:cNvPr>
          <p:cNvSpPr/>
          <p:nvPr/>
        </p:nvSpPr>
        <p:spPr>
          <a:xfrm>
            <a:off x="3048275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34AE7-ED14-AF38-DAD3-E69982A9ED7D}"/>
              </a:ext>
            </a:extLst>
          </p:cNvPr>
          <p:cNvSpPr/>
          <p:nvPr/>
        </p:nvSpPr>
        <p:spPr>
          <a:xfrm>
            <a:off x="5073472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F10355-F423-52EE-978E-D9E1B687B4A2}"/>
              </a:ext>
            </a:extLst>
          </p:cNvPr>
          <p:cNvSpPr/>
          <p:nvPr/>
        </p:nvSpPr>
        <p:spPr>
          <a:xfrm>
            <a:off x="10157017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47605-7F0D-A1FE-2994-256C35E44CCA}"/>
              </a:ext>
            </a:extLst>
          </p:cNvPr>
          <p:cNvSpPr/>
          <p:nvPr/>
        </p:nvSpPr>
        <p:spPr>
          <a:xfrm>
            <a:off x="11178709" y="-1"/>
            <a:ext cx="1013291" cy="6858000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D589FD-1C7C-CCBD-D358-B6380C462DAD}"/>
              </a:ext>
            </a:extLst>
          </p:cNvPr>
          <p:cNvSpPr/>
          <p:nvPr/>
        </p:nvSpPr>
        <p:spPr>
          <a:xfrm>
            <a:off x="26266" y="-2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C714DB-A351-4A2D-B891-B240BC9EF558}"/>
              </a:ext>
            </a:extLst>
          </p:cNvPr>
          <p:cNvSpPr/>
          <p:nvPr/>
        </p:nvSpPr>
        <p:spPr>
          <a:xfrm>
            <a:off x="26266" y="4286384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2F3520-DE31-1140-E4D9-053FF881ACD6}"/>
              </a:ext>
            </a:extLst>
          </p:cNvPr>
          <p:cNvSpPr/>
          <p:nvPr/>
        </p:nvSpPr>
        <p:spPr>
          <a:xfrm>
            <a:off x="26266" y="171477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45AB80-55E2-8892-1E70-B45FFC8EA749}"/>
              </a:ext>
            </a:extLst>
          </p:cNvPr>
          <p:cNvSpPr/>
          <p:nvPr/>
        </p:nvSpPr>
        <p:spPr>
          <a:xfrm>
            <a:off x="26266" y="2572157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3C34C9-45DB-C51E-2809-6C97026778B9}"/>
              </a:ext>
            </a:extLst>
          </p:cNvPr>
          <p:cNvSpPr/>
          <p:nvPr/>
        </p:nvSpPr>
        <p:spPr>
          <a:xfrm>
            <a:off x="26266" y="3431718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F116CA-DC32-AAF1-4FDB-1A257CB7E448}"/>
              </a:ext>
            </a:extLst>
          </p:cNvPr>
          <p:cNvSpPr/>
          <p:nvPr/>
        </p:nvSpPr>
        <p:spPr>
          <a:xfrm>
            <a:off x="38371" y="858613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3F83FF-4275-EA39-7615-34BF9340A3FE}"/>
              </a:ext>
            </a:extLst>
          </p:cNvPr>
          <p:cNvSpPr/>
          <p:nvPr/>
        </p:nvSpPr>
        <p:spPr>
          <a:xfrm>
            <a:off x="26266" y="5148395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F240DE-4BA3-083C-BC73-F5EBB4D8665D}"/>
              </a:ext>
            </a:extLst>
          </p:cNvPr>
          <p:cNvSpPr/>
          <p:nvPr/>
        </p:nvSpPr>
        <p:spPr>
          <a:xfrm>
            <a:off x="26266" y="6000611"/>
            <a:ext cx="12124664" cy="857388"/>
          </a:xfrm>
          <a:prstGeom prst="rect">
            <a:avLst/>
          </a:prstGeom>
          <a:noFill/>
          <a:ln w="190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68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0864-ACBD-812A-2BE3-E706FA49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FC115A-4707-1B4D-21CD-387A119DDF0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A0ECDA-03B9-4318-6A73-CB4ABF5BC72A}"/>
              </a:ext>
            </a:extLst>
          </p:cNvPr>
          <p:cNvSpPr/>
          <p:nvPr/>
        </p:nvSpPr>
        <p:spPr>
          <a:xfrm>
            <a:off x="0" y="6746240"/>
            <a:ext cx="12192000" cy="1117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74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DAD5-C047-1A5E-60CB-2F4ED078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5B9777-E87B-9EAF-9FD1-A8378DD9C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750DBB-4063-07B6-B4FE-B9C0A319D7AE}"/>
              </a:ext>
            </a:extLst>
          </p:cNvPr>
          <p:cNvSpPr/>
          <p:nvPr/>
        </p:nvSpPr>
        <p:spPr>
          <a:xfrm>
            <a:off x="0" y="0"/>
            <a:ext cx="19702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5FE340-A1E6-78F7-6D25-436279C71834}"/>
              </a:ext>
            </a:extLst>
          </p:cNvPr>
          <p:cNvSpPr/>
          <p:nvPr/>
        </p:nvSpPr>
        <p:spPr>
          <a:xfrm>
            <a:off x="1979629" y="0"/>
            <a:ext cx="10212371" cy="1423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grid of squares on a white surface&#10;&#10;AI-generated content may be incorrect.">
            <a:extLst>
              <a:ext uri="{FF2B5EF4-FFF2-40B4-BE49-F238E27FC236}">
                <a16:creationId xmlns:a16="http://schemas.microsoft.com/office/drawing/2014/main" id="{6C4572A8-4B56-320D-AD99-36F2CF91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482" y="1442301"/>
            <a:ext cx="10193518" cy="541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5C0C-1F69-89BF-32C8-F1E04ABA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C58DBB-805A-15C0-3254-F08E9D4A3CD7}"/>
              </a:ext>
            </a:extLst>
          </p:cNvPr>
          <p:cNvSpPr/>
          <p:nvPr/>
        </p:nvSpPr>
        <p:spPr>
          <a:xfrm>
            <a:off x="0" y="0"/>
            <a:ext cx="197020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15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E2797-37A1-031A-309A-1D41726109F7}"/>
              </a:ext>
            </a:extLst>
          </p:cNvPr>
          <p:cNvSpPr/>
          <p:nvPr/>
        </p:nvSpPr>
        <p:spPr>
          <a:xfrm>
            <a:off x="1971773" y="1425018"/>
            <a:ext cx="10141670" cy="5432982"/>
          </a:xfrm>
          <a:prstGeom prst="rect">
            <a:avLst/>
          </a:prstGeom>
          <a:solidFill>
            <a:schemeClr val="bg1">
              <a:lumMod val="95000"/>
              <a:alpha val="66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7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91B66-54D8-46B6-F0F3-056AD77B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A9A5DE-B085-F449-C6F1-33129D78E9A4}"/>
              </a:ext>
            </a:extLst>
          </p:cNvPr>
          <p:cNvSpPr/>
          <p:nvPr/>
        </p:nvSpPr>
        <p:spPr>
          <a:xfrm>
            <a:off x="0" y="0"/>
            <a:ext cx="1684020" cy="68046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D4F70B-AD8A-12AC-8298-ECBFD16E9357}"/>
              </a:ext>
            </a:extLst>
          </p:cNvPr>
          <p:cNvSpPr/>
          <p:nvPr/>
        </p:nvSpPr>
        <p:spPr>
          <a:xfrm>
            <a:off x="0" y="6746240"/>
            <a:ext cx="12192000" cy="1117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grid of squares on a white surface&#10;&#10;AI-generated content may be incorrect.">
            <a:extLst>
              <a:ext uri="{FF2B5EF4-FFF2-40B4-BE49-F238E27FC236}">
                <a16:creationId xmlns:a16="http://schemas.microsoft.com/office/drawing/2014/main" id="{8189EF6E-82C1-4C3C-F9CC-E9A349585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20" y="0"/>
            <a:ext cx="1046988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2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2C3F-AF29-BE37-F009-6F5D36A3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A9A30E-77D2-DF8C-24C9-F27B1D34ECF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180D4-64BE-5606-8A64-C935CBAAB3DF}"/>
              </a:ext>
            </a:extLst>
          </p:cNvPr>
          <p:cNvSpPr/>
          <p:nvPr/>
        </p:nvSpPr>
        <p:spPr>
          <a:xfrm>
            <a:off x="0" y="6746240"/>
            <a:ext cx="12192000" cy="1117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69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513295-34d7-4ce7-95f0-d6d90e122a36}" enabled="1" method="Standard" siteId="{2e0cb644-c094-41d7-ab3d-43201da2443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Injae Park</dc:creator>
  <cp:lastModifiedBy>Kyle Burks</cp:lastModifiedBy>
  <cp:revision>2</cp:revision>
  <dcterms:created xsi:type="dcterms:W3CDTF">2025-07-03T11:27:12Z</dcterms:created>
  <dcterms:modified xsi:type="dcterms:W3CDTF">2026-03-18T14:54:38Z</dcterms:modified>
</cp:coreProperties>
</file>